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878" y="-11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63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62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93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4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7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7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09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69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9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905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87299-880D-4429-A953-6825A9186101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BE6E9-2398-4BDE-8465-2D90290FED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2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348823" y="161410"/>
            <a:ext cx="1959578" cy="6065134"/>
            <a:chOff x="183723" y="136010"/>
            <a:chExt cx="1959578" cy="6065134"/>
          </a:xfrm>
        </p:grpSpPr>
        <p:grpSp>
          <p:nvGrpSpPr>
            <p:cNvPr id="24" name="그룹 23"/>
            <p:cNvGrpSpPr/>
            <p:nvPr/>
          </p:nvGrpSpPr>
          <p:grpSpPr>
            <a:xfrm>
              <a:off x="183723" y="136010"/>
              <a:ext cx="1959578" cy="6065134"/>
              <a:chOff x="1429427" y="149262"/>
              <a:chExt cx="2161596" cy="6690405"/>
            </a:xfrm>
          </p:grpSpPr>
          <p:grpSp>
            <p:nvGrpSpPr>
              <p:cNvPr id="23" name="그룹 22"/>
              <p:cNvGrpSpPr/>
              <p:nvPr/>
            </p:nvGrpSpPr>
            <p:grpSpPr>
              <a:xfrm>
                <a:off x="1429429" y="1390861"/>
                <a:ext cx="2161594" cy="5448806"/>
                <a:chOff x="1429426" y="1957545"/>
                <a:chExt cx="3155822" cy="7954988"/>
              </a:xfrm>
              <a:solidFill>
                <a:srgbClr val="FFFF00">
                  <a:alpha val="81000"/>
                </a:srgbClr>
              </a:solidFill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1429426" y="1957545"/>
                  <a:ext cx="3155822" cy="6377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" name="타원 18"/>
                <p:cNvSpPr/>
                <p:nvPr/>
              </p:nvSpPr>
              <p:spPr>
                <a:xfrm>
                  <a:off x="1429426" y="6756714"/>
                  <a:ext cx="3155822" cy="315581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" name="타원 8"/>
              <p:cNvSpPr/>
              <p:nvPr/>
            </p:nvSpPr>
            <p:spPr>
              <a:xfrm>
                <a:off x="1429427" y="149262"/>
                <a:ext cx="2161596" cy="2161596"/>
              </a:xfrm>
              <a:prstGeom prst="ellipse">
                <a:avLst/>
              </a:prstGeom>
              <a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harpenSoften amount="25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183723" y="2095588"/>
              <a:ext cx="1959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68300" indent="-368300"/>
              <a:r>
                <a:rPr lang="ko-KR" altLang="en-US" b="1" spc="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테스트</a:t>
              </a:r>
              <a:endParaRPr lang="en-US" altLang="ko-KR" b="1" spc="6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3723" y="2383748"/>
              <a:ext cx="19595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spc="-15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테스트용 </a:t>
              </a:r>
              <a:r>
                <a:rPr lang="ko-KR" altLang="en-US" sz="1400" b="1" spc="-150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썸네일</a:t>
              </a:r>
              <a:endParaRPr lang="en-US" altLang="ko-KR" sz="1400" b="1" spc="-15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3723" y="2706913"/>
              <a:ext cx="1959578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975" indent="-180975">
                <a:buFont typeface="Arial" panose="020B0604020202020204" pitchFamily="34" charset="0"/>
                <a:buChar char="•"/>
              </a:pPr>
              <a:r>
                <a:rPr lang="ko-KR" altLang="en-US" sz="1100" dirty="0" smtClean="0"/>
                <a:t>사용자 경험을 중심으로 </a:t>
              </a:r>
              <a:r>
                <a:rPr lang="ko-KR" altLang="en-US" sz="1100" dirty="0" err="1" smtClean="0"/>
                <a:t>프론트앤드와</a:t>
              </a:r>
              <a:r>
                <a:rPr lang="ko-KR" altLang="en-US" sz="1100" dirty="0" smtClean="0"/>
                <a:t> </a:t>
              </a:r>
              <a:r>
                <a:rPr lang="ko-KR" altLang="en-US" sz="1100" dirty="0" err="1" smtClean="0"/>
                <a:t>백앤드를</a:t>
              </a:r>
              <a:r>
                <a:rPr lang="ko-KR" altLang="en-US" sz="1100" dirty="0" smtClean="0"/>
                <a:t> 모두 설계하는 개발자</a:t>
              </a:r>
              <a:endParaRPr lang="en-US" altLang="ko-KR" sz="1100" dirty="0"/>
            </a:p>
            <a:p>
              <a:pPr marL="180975" indent="-180975"/>
              <a:endParaRPr lang="ko-KR" altLang="en-US" sz="1100" dirty="0" smtClean="0"/>
            </a:p>
            <a:p>
              <a:pPr marL="180975" indent="-180975">
                <a:buFont typeface="Arial" panose="020B0604020202020204" pitchFamily="34" charset="0"/>
                <a:buChar char="•"/>
              </a:pPr>
              <a:r>
                <a:rPr lang="en-US" altLang="ko-KR" sz="1100" dirty="0" smtClean="0"/>
                <a:t>SPRING </a:t>
              </a:r>
              <a:r>
                <a:rPr lang="ko-KR" altLang="en-US" sz="1100" dirty="0" smtClean="0"/>
                <a:t>기반의 서비스 개발 경험</a:t>
              </a:r>
              <a:endParaRPr lang="en-US" altLang="ko-KR" sz="1100" dirty="0"/>
            </a:p>
            <a:p>
              <a:pPr marL="180975" indent="-180975"/>
              <a:endParaRPr lang="ko-KR" altLang="en-US" sz="1100" dirty="0" smtClean="0"/>
            </a:p>
            <a:p>
              <a:pPr marL="180975" indent="-180975">
                <a:buFont typeface="Arial" panose="020B0604020202020204" pitchFamily="34" charset="0"/>
                <a:buChar char="•"/>
                <a:tabLst>
                  <a:tab pos="1081088" algn="l"/>
                </a:tabLst>
              </a:pPr>
              <a:r>
                <a:rPr lang="ko-KR" altLang="en-US" sz="1100" dirty="0" smtClean="0"/>
                <a:t>문제 해결과 구조 설계를 중요하게 생각함</a:t>
              </a:r>
              <a:endParaRPr lang="ko-KR" altLang="en-US" sz="1100" dirty="0"/>
            </a:p>
          </p:txBody>
        </p:sp>
      </p:grpSp>
      <p:grpSp>
        <p:nvGrpSpPr>
          <p:cNvPr id="1056" name="그룹 1055"/>
          <p:cNvGrpSpPr/>
          <p:nvPr/>
        </p:nvGrpSpPr>
        <p:grpSpPr>
          <a:xfrm>
            <a:off x="2438933" y="869619"/>
            <a:ext cx="4304767" cy="3780612"/>
            <a:chOff x="2438933" y="873087"/>
            <a:chExt cx="4304767" cy="4151392"/>
          </a:xfrm>
        </p:grpSpPr>
        <p:grpSp>
          <p:nvGrpSpPr>
            <p:cNvPr id="1055" name="그룹 1054"/>
            <p:cNvGrpSpPr/>
            <p:nvPr/>
          </p:nvGrpSpPr>
          <p:grpSpPr>
            <a:xfrm>
              <a:off x="2699376" y="1508744"/>
              <a:ext cx="3313991" cy="2236197"/>
              <a:chOff x="2699376" y="1508744"/>
              <a:chExt cx="3313991" cy="2236197"/>
            </a:xfrm>
          </p:grpSpPr>
          <p:grpSp>
            <p:nvGrpSpPr>
              <p:cNvPr id="56" name="그룹 55"/>
              <p:cNvGrpSpPr/>
              <p:nvPr/>
            </p:nvGrpSpPr>
            <p:grpSpPr>
              <a:xfrm>
                <a:off x="2796185" y="1508744"/>
                <a:ext cx="3217182" cy="813758"/>
                <a:chOff x="2933700" y="1435156"/>
                <a:chExt cx="2346644" cy="593563"/>
              </a:xfrm>
            </p:grpSpPr>
            <p:sp>
              <p:nvSpPr>
                <p:cNvPr id="53" name="TextBox 52"/>
                <p:cNvSpPr txBox="1"/>
                <p:nvPr/>
              </p:nvSpPr>
              <p:spPr>
                <a:xfrm>
                  <a:off x="2933700" y="1435156"/>
                  <a:ext cx="2247899" cy="2465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b="1" dirty="0" smtClean="0"/>
                    <a:t>Address</a:t>
                  </a:r>
                  <a:endParaRPr lang="ko-KR" altLang="en-US" sz="1400" b="1" dirty="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3032445" y="1720942"/>
                  <a:ext cx="224789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400" dirty="0" smtClean="0"/>
                    <a:t>서울 특별시 강남구</a:t>
                  </a:r>
                  <a:endParaRPr lang="ko-KR" altLang="en-US" sz="1400" dirty="0"/>
                </a:p>
              </p:txBody>
            </p:sp>
          </p:grpSp>
          <p:grpSp>
            <p:nvGrpSpPr>
              <p:cNvPr id="62" name="그룹 61"/>
              <p:cNvGrpSpPr/>
              <p:nvPr/>
            </p:nvGrpSpPr>
            <p:grpSpPr>
              <a:xfrm>
                <a:off x="2699376" y="2545766"/>
                <a:ext cx="3041650" cy="1199175"/>
                <a:chOff x="2933699" y="2036049"/>
                <a:chExt cx="1524136" cy="600893"/>
              </a:xfrm>
            </p:grpSpPr>
            <p:sp>
              <p:nvSpPr>
                <p:cNvPr id="60" name="TextBox 59"/>
                <p:cNvSpPr txBox="1"/>
                <p:nvPr/>
              </p:nvSpPr>
              <p:spPr>
                <a:xfrm>
                  <a:off x="2933699" y="2036049"/>
                  <a:ext cx="362425" cy="1693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Phone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3032445" y="2329165"/>
                  <a:ext cx="142539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010-0000-0000</a:t>
                  </a:r>
                  <a:endParaRPr lang="ko-KR" altLang="en-US" sz="1400" dirty="0"/>
                </a:p>
              </p:txBody>
            </p:sp>
          </p:grpSp>
        </p:grpSp>
        <p:grpSp>
          <p:nvGrpSpPr>
            <p:cNvPr id="1054" name="그룹 1053"/>
            <p:cNvGrpSpPr/>
            <p:nvPr/>
          </p:nvGrpSpPr>
          <p:grpSpPr>
            <a:xfrm>
              <a:off x="2438933" y="873087"/>
              <a:ext cx="4304767" cy="4151392"/>
              <a:chOff x="2438933" y="873087"/>
              <a:chExt cx="4304767" cy="4151392"/>
            </a:xfrm>
          </p:grpSpPr>
          <p:grpSp>
            <p:nvGrpSpPr>
              <p:cNvPr id="1026" name="그룹 1025"/>
              <p:cNvGrpSpPr/>
              <p:nvPr/>
            </p:nvGrpSpPr>
            <p:grpSpPr>
              <a:xfrm>
                <a:off x="2438933" y="873087"/>
                <a:ext cx="4304767" cy="4151391"/>
                <a:chOff x="2933701" y="878645"/>
                <a:chExt cx="3809999" cy="4745654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2933701" y="1141199"/>
                  <a:ext cx="3809999" cy="44831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  <a:p>
                  <a:pPr algn="ctr"/>
                  <a:endParaRPr lang="en-US" altLang="ko-KR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39" name="자유형 38"/>
                <p:cNvSpPr/>
                <p:nvPr/>
              </p:nvSpPr>
              <p:spPr>
                <a:xfrm>
                  <a:off x="2933701" y="878645"/>
                  <a:ext cx="1739899" cy="493800"/>
                </a:xfrm>
                <a:custGeom>
                  <a:avLst/>
                  <a:gdLst>
                    <a:gd name="connsiteX0" fmla="*/ 0 w 4515587"/>
                    <a:gd name="connsiteY0" fmla="*/ 0 h 613872"/>
                    <a:gd name="connsiteX1" fmla="*/ 4515587 w 4515587"/>
                    <a:gd name="connsiteY1" fmla="*/ 0 h 613872"/>
                    <a:gd name="connsiteX2" fmla="*/ 4208651 w 4515587"/>
                    <a:gd name="connsiteY2" fmla="*/ 306936 h 613872"/>
                    <a:gd name="connsiteX3" fmla="*/ 4515587 w 4515587"/>
                    <a:gd name="connsiteY3" fmla="*/ 613872 h 613872"/>
                    <a:gd name="connsiteX4" fmla="*/ 0 w 4515587"/>
                    <a:gd name="connsiteY4" fmla="*/ 613872 h 613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15587" h="613872">
                      <a:moveTo>
                        <a:pt x="0" y="0"/>
                      </a:moveTo>
                      <a:lnTo>
                        <a:pt x="4515587" y="0"/>
                      </a:lnTo>
                      <a:lnTo>
                        <a:pt x="4208651" y="306936"/>
                      </a:lnTo>
                      <a:lnTo>
                        <a:pt x="4515587" y="613872"/>
                      </a:lnTo>
                      <a:lnTo>
                        <a:pt x="0" y="613872"/>
                      </a:lnTo>
                      <a:close/>
                    </a:path>
                  </a:pathLst>
                </a:custGeom>
                <a:effectLst>
                  <a:innerShdw blurRad="152400" dist="76200" dir="2700000">
                    <a:prstClr val="black">
                      <a:alpha val="15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algn="ctr"/>
                  <a:r>
                    <a:rPr lang="en-US" altLang="ko-KR" dirty="0" err="1" smtClean="0"/>
                    <a:t>Contack</a:t>
                  </a:r>
                  <a:endParaRPr lang="en-US" altLang="ko-KR" dirty="0" smtClean="0"/>
                </a:p>
              </p:txBody>
            </p:sp>
          </p:grpSp>
          <p:grpSp>
            <p:nvGrpSpPr>
              <p:cNvPr id="1025" name="그룹 1024"/>
              <p:cNvGrpSpPr/>
              <p:nvPr/>
            </p:nvGrpSpPr>
            <p:grpSpPr>
              <a:xfrm>
                <a:off x="2803088" y="3968206"/>
                <a:ext cx="2841130" cy="1056273"/>
                <a:chOff x="2945144" y="2601244"/>
                <a:chExt cx="1653435" cy="614713"/>
              </a:xfrm>
            </p:grpSpPr>
            <p:sp>
              <p:nvSpPr>
                <p:cNvPr id="63" name="TextBox 62"/>
                <p:cNvSpPr txBox="1"/>
                <p:nvPr/>
              </p:nvSpPr>
              <p:spPr>
                <a:xfrm>
                  <a:off x="2945144" y="2601244"/>
                  <a:ext cx="417188" cy="1966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E-mail</a:t>
                  </a:r>
                </a:p>
              </p:txBody>
            </p:sp>
            <p:sp>
              <p:nvSpPr>
                <p:cNvPr id="1024" name="TextBox 1023"/>
                <p:cNvSpPr txBox="1"/>
                <p:nvPr/>
              </p:nvSpPr>
              <p:spPr>
                <a:xfrm>
                  <a:off x="3032445" y="2908180"/>
                  <a:ext cx="156613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TEST@TEST.COM</a:t>
                  </a:r>
                </a:p>
              </p:txBody>
            </p:sp>
          </p:grpSp>
        </p:grpSp>
      </p:grpSp>
      <p:grpSp>
        <p:nvGrpSpPr>
          <p:cNvPr id="1052" name="그룹 1051"/>
          <p:cNvGrpSpPr/>
          <p:nvPr/>
        </p:nvGrpSpPr>
        <p:grpSpPr>
          <a:xfrm>
            <a:off x="6874232" y="869618"/>
            <a:ext cx="4360333" cy="3780614"/>
            <a:chOff x="6874232" y="881831"/>
            <a:chExt cx="4360333" cy="4729144"/>
          </a:xfrm>
        </p:grpSpPr>
        <p:grpSp>
          <p:nvGrpSpPr>
            <p:cNvPr id="73" name="그룹 72"/>
            <p:cNvGrpSpPr/>
            <p:nvPr/>
          </p:nvGrpSpPr>
          <p:grpSpPr>
            <a:xfrm>
              <a:off x="6874232" y="881831"/>
              <a:ext cx="4304769" cy="4729144"/>
              <a:chOff x="2933701" y="895155"/>
              <a:chExt cx="3809999" cy="4729144"/>
            </a:xfrm>
          </p:grpSpPr>
          <p:sp>
            <p:nvSpPr>
              <p:cNvPr id="83" name="직사각형 82"/>
              <p:cNvSpPr/>
              <p:nvPr/>
            </p:nvSpPr>
            <p:spPr>
              <a:xfrm>
                <a:off x="2933701" y="1141199"/>
                <a:ext cx="3809999" cy="4483100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algn="ctr"/>
                <a:endParaRPr lang="en-US" altLang="ko-KR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84" name="자유형 83"/>
              <p:cNvSpPr/>
              <p:nvPr/>
            </p:nvSpPr>
            <p:spPr>
              <a:xfrm>
                <a:off x="2933701" y="895155"/>
                <a:ext cx="1739899" cy="492083"/>
              </a:xfrm>
              <a:custGeom>
                <a:avLst/>
                <a:gdLst>
                  <a:gd name="connsiteX0" fmla="*/ 0 w 4515587"/>
                  <a:gd name="connsiteY0" fmla="*/ 0 h 613872"/>
                  <a:gd name="connsiteX1" fmla="*/ 4515587 w 4515587"/>
                  <a:gd name="connsiteY1" fmla="*/ 0 h 613872"/>
                  <a:gd name="connsiteX2" fmla="*/ 4208651 w 4515587"/>
                  <a:gd name="connsiteY2" fmla="*/ 306936 h 613872"/>
                  <a:gd name="connsiteX3" fmla="*/ 4515587 w 4515587"/>
                  <a:gd name="connsiteY3" fmla="*/ 613872 h 613872"/>
                  <a:gd name="connsiteX4" fmla="*/ 0 w 4515587"/>
                  <a:gd name="connsiteY4" fmla="*/ 613872 h 613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5587" h="613872">
                    <a:moveTo>
                      <a:pt x="0" y="0"/>
                    </a:moveTo>
                    <a:lnTo>
                      <a:pt x="4515587" y="0"/>
                    </a:lnTo>
                    <a:lnTo>
                      <a:pt x="4208651" y="306936"/>
                    </a:lnTo>
                    <a:lnTo>
                      <a:pt x="4515587" y="613872"/>
                    </a:lnTo>
                    <a:lnTo>
                      <a:pt x="0" y="613872"/>
                    </a:lnTo>
                    <a:close/>
                  </a:path>
                </a:pathLst>
              </a:custGeom>
              <a:effectLst>
                <a:innerShdw blurRad="152400" dist="76200" dir="2700000">
                  <a:prstClr val="black">
                    <a:alpha val="1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US" altLang="ko-KR" dirty="0" smtClean="0"/>
                  <a:t>Experience</a:t>
                </a:r>
              </a:p>
            </p:txBody>
          </p:sp>
        </p:grpSp>
        <p:grpSp>
          <p:nvGrpSpPr>
            <p:cNvPr id="74" name="그룹 73"/>
            <p:cNvGrpSpPr/>
            <p:nvPr/>
          </p:nvGrpSpPr>
          <p:grpSpPr>
            <a:xfrm>
              <a:off x="8017388" y="1497142"/>
              <a:ext cx="3152964" cy="1013304"/>
              <a:chOff x="2742934" y="1444784"/>
              <a:chExt cx="3895480" cy="1013304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2742934" y="1444784"/>
                <a:ext cx="3485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smtClean="0"/>
                  <a:t>웹 서비스 개발 프로젝트</a:t>
                </a:r>
                <a:r>
                  <a:rPr lang="en-US" altLang="ko-KR" sz="1400" b="1" dirty="0" smtClean="0"/>
                  <a:t>(</a:t>
                </a:r>
                <a:r>
                  <a:rPr lang="ko-KR" altLang="en-US" sz="1400" b="1" dirty="0" smtClean="0"/>
                  <a:t>개인</a:t>
                </a:r>
                <a:r>
                  <a:rPr lang="en-US" altLang="ko-KR" sz="1400" b="1" dirty="0" smtClean="0"/>
                  <a:t>)</a:t>
                </a:r>
                <a:endParaRPr lang="ko-KR" altLang="en-US" sz="1400" b="1" dirty="0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2854120" y="1719424"/>
                <a:ext cx="378429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ko-KR" altLang="en-US" sz="1400" spc="-150" dirty="0" smtClean="0"/>
                  <a:t>병원 정보 제공 </a:t>
                </a:r>
                <a:r>
                  <a:rPr lang="ko-KR" altLang="en-US" sz="1400" spc="-150" dirty="0" err="1" smtClean="0"/>
                  <a:t>웹앱</a:t>
                </a:r>
                <a:r>
                  <a:rPr lang="ko-KR" altLang="en-US" sz="1400" spc="-150" dirty="0" smtClean="0"/>
                  <a:t> 개발</a:t>
                </a:r>
                <a:endParaRPr lang="en-US" altLang="ko-KR" sz="1400" spc="-150" dirty="0" smtClean="0"/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spc="-150" dirty="0" smtClean="0"/>
                  <a:t>Local storage </a:t>
                </a:r>
                <a:r>
                  <a:rPr lang="ko-KR" altLang="en-US" sz="1400" spc="-150" dirty="0" smtClean="0"/>
                  <a:t>활용한 데이터 관리 구현</a:t>
                </a:r>
                <a:endParaRPr lang="en-US" altLang="ko-KR" sz="1400" spc="-150" dirty="0" smtClean="0"/>
              </a:p>
              <a:p>
                <a:endParaRPr lang="ko-KR" altLang="en-US" sz="1400" spc="-150" dirty="0"/>
              </a:p>
            </p:txBody>
          </p:sp>
        </p:grpSp>
        <p:grpSp>
          <p:nvGrpSpPr>
            <p:cNvPr id="75" name="그룹 74"/>
            <p:cNvGrpSpPr/>
            <p:nvPr/>
          </p:nvGrpSpPr>
          <p:grpSpPr>
            <a:xfrm>
              <a:off x="8060620" y="2875764"/>
              <a:ext cx="2701783" cy="767558"/>
              <a:chOff x="2391856" y="2034818"/>
              <a:chExt cx="2589170" cy="767558"/>
            </a:xfrm>
          </p:grpSpPr>
          <p:sp>
            <p:nvSpPr>
              <p:cNvPr id="79" name="TextBox 78"/>
              <p:cNvSpPr txBox="1"/>
              <p:nvPr/>
            </p:nvSpPr>
            <p:spPr>
              <a:xfrm>
                <a:off x="2391856" y="2034818"/>
                <a:ext cx="25891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dirty="0" err="1" smtClean="0"/>
                  <a:t>풀스텍</a:t>
                </a:r>
                <a:r>
                  <a:rPr lang="ko-KR" altLang="en-US" sz="1400" b="1" dirty="0" smtClean="0"/>
                  <a:t> 학습 및 프로젝트 진행</a:t>
                </a:r>
                <a:endParaRPr lang="en-US" altLang="ko-KR" sz="1400" b="1" dirty="0" smtClean="0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468136" y="2279156"/>
                <a:ext cx="22176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spc="-150" dirty="0" err="1" smtClean="0"/>
                  <a:t>Sprimg</a:t>
                </a:r>
                <a:r>
                  <a:rPr lang="en-US" altLang="ko-KR" sz="1400" spc="-150" dirty="0" smtClean="0"/>
                  <a:t> boot </a:t>
                </a:r>
                <a:r>
                  <a:rPr lang="ko-KR" altLang="en-US" sz="1400" spc="-150" dirty="0" smtClean="0"/>
                  <a:t>기반 </a:t>
                </a:r>
                <a:r>
                  <a:rPr lang="en-US" altLang="ko-KR" sz="1400" spc="-150" dirty="0" smtClean="0"/>
                  <a:t>rest </a:t>
                </a:r>
                <a:r>
                  <a:rPr lang="en-US" altLang="ko-KR" sz="1400" spc="-150" dirty="0" err="1" smtClean="0"/>
                  <a:t>api</a:t>
                </a:r>
                <a:r>
                  <a:rPr lang="en-US" altLang="ko-KR" sz="1400" spc="-150" dirty="0" smtClean="0"/>
                  <a:t> </a:t>
                </a:r>
                <a:r>
                  <a:rPr lang="ko-KR" altLang="en-US" sz="1400" spc="-150" dirty="0" smtClean="0"/>
                  <a:t>개발</a:t>
                </a:r>
                <a:endParaRPr lang="en-US" altLang="ko-KR" sz="1400" spc="-150" dirty="0" smtClean="0"/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spc="-150" dirty="0" err="1" smtClean="0"/>
                  <a:t>Mysql</a:t>
                </a:r>
                <a:r>
                  <a:rPr lang="en-US" altLang="ko-KR" sz="1400" spc="-150" dirty="0" smtClean="0"/>
                  <a:t> </a:t>
                </a:r>
                <a:r>
                  <a:rPr lang="ko-KR" altLang="en-US" sz="1400" spc="-150" dirty="0" smtClean="0"/>
                  <a:t>연동 및 </a:t>
                </a:r>
                <a:r>
                  <a:rPr lang="en-US" altLang="ko-KR" sz="1400" spc="-150" dirty="0" smtClean="0"/>
                  <a:t>crud </a:t>
                </a:r>
                <a:r>
                  <a:rPr lang="ko-KR" altLang="en-US" sz="1400" spc="-150" dirty="0" smtClean="0"/>
                  <a:t>기능 구현</a:t>
                </a:r>
                <a:endParaRPr lang="en-US" altLang="ko-KR" sz="1400" spc="-150" dirty="0" smtClean="0"/>
              </a:p>
            </p:txBody>
          </p:sp>
        </p:grpSp>
        <p:grpSp>
          <p:nvGrpSpPr>
            <p:cNvPr id="76" name="그룹 75"/>
            <p:cNvGrpSpPr/>
            <p:nvPr/>
          </p:nvGrpSpPr>
          <p:grpSpPr>
            <a:xfrm>
              <a:off x="8060620" y="4342455"/>
              <a:ext cx="3173945" cy="801511"/>
              <a:chOff x="3070382" y="2551351"/>
              <a:chExt cx="3481750" cy="801511"/>
            </a:xfrm>
          </p:grpSpPr>
          <p:sp>
            <p:nvSpPr>
              <p:cNvPr id="77" name="TextBox 76"/>
              <p:cNvSpPr txBox="1"/>
              <p:nvPr/>
            </p:nvSpPr>
            <p:spPr>
              <a:xfrm>
                <a:off x="3070382" y="2551351"/>
                <a:ext cx="218030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 err="1" smtClean="0"/>
                  <a:t>프론트앤드</a:t>
                </a:r>
                <a:r>
                  <a:rPr lang="ko-KR" altLang="en-US" sz="1400" b="1" dirty="0" smtClean="0"/>
                  <a:t> 집중 학습</a:t>
                </a:r>
                <a:endParaRPr lang="en-US" altLang="ko-KR" sz="1400" b="1" dirty="0" smtClean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3159711" y="2829642"/>
                <a:ext cx="33924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spc="-150" dirty="0" smtClean="0"/>
                  <a:t>Html, </a:t>
                </a:r>
                <a:r>
                  <a:rPr lang="en-US" altLang="ko-KR" sz="1400" spc="-150" dirty="0" err="1" smtClean="0"/>
                  <a:t>css</a:t>
                </a:r>
                <a:r>
                  <a:rPr lang="en-US" altLang="ko-KR" sz="1400" spc="-150" dirty="0" smtClean="0"/>
                  <a:t>, </a:t>
                </a:r>
                <a:r>
                  <a:rPr lang="en-US" altLang="ko-KR" sz="1400" spc="-150" dirty="0" err="1" smtClean="0"/>
                  <a:t>javascript</a:t>
                </a:r>
                <a:r>
                  <a:rPr lang="en-US" altLang="ko-KR" sz="1400" spc="-150" dirty="0" smtClean="0"/>
                  <a:t> </a:t>
                </a:r>
                <a:r>
                  <a:rPr lang="ko-KR" altLang="en-US" sz="1400" spc="-150" dirty="0" smtClean="0"/>
                  <a:t>기초</a:t>
                </a:r>
                <a:r>
                  <a:rPr lang="en-US" altLang="ko-KR" sz="1400" spc="-150" dirty="0" smtClean="0"/>
                  <a:t> &gt; react </a:t>
                </a:r>
                <a:r>
                  <a:rPr lang="ko-KR" altLang="en-US" sz="1400" spc="-150" dirty="0" smtClean="0"/>
                  <a:t>심화</a:t>
                </a:r>
                <a:endParaRPr lang="en-US" altLang="ko-KR" sz="1400" spc="-150" dirty="0" smtClean="0"/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ko-KR" altLang="en-US" sz="1400" spc="-150" dirty="0" smtClean="0"/>
                  <a:t>컴포넌트 기반 </a:t>
                </a:r>
                <a:r>
                  <a:rPr lang="en-US" altLang="ko-KR" sz="1400" spc="-150" dirty="0" err="1" smtClean="0"/>
                  <a:t>ui</a:t>
                </a:r>
                <a:r>
                  <a:rPr lang="en-US" altLang="ko-KR" sz="1400" spc="-150" dirty="0" smtClean="0"/>
                  <a:t> </a:t>
                </a:r>
                <a:r>
                  <a:rPr lang="ko-KR" altLang="en-US" sz="1400" spc="-150" dirty="0" smtClean="0"/>
                  <a:t>설계 및 상태 관리 경험</a:t>
                </a:r>
                <a:endParaRPr lang="en-US" altLang="ko-KR" sz="1400" spc="-150" dirty="0" smtClean="0"/>
              </a:p>
            </p:txBody>
          </p:sp>
        </p:grpSp>
        <p:grpSp>
          <p:nvGrpSpPr>
            <p:cNvPr id="1031" name="그룹 1030"/>
            <p:cNvGrpSpPr/>
            <p:nvPr/>
          </p:nvGrpSpPr>
          <p:grpSpPr>
            <a:xfrm>
              <a:off x="7006165" y="1501637"/>
              <a:ext cx="1037171" cy="248442"/>
              <a:chOff x="6979086" y="1819428"/>
              <a:chExt cx="1037171" cy="248442"/>
            </a:xfrm>
          </p:grpSpPr>
          <p:sp>
            <p:nvSpPr>
              <p:cNvPr id="87" name="자유형 86"/>
              <p:cNvSpPr/>
              <p:nvPr/>
            </p:nvSpPr>
            <p:spPr>
              <a:xfrm>
                <a:off x="6979086" y="1819428"/>
                <a:ext cx="770714" cy="248442"/>
              </a:xfrm>
              <a:custGeom>
                <a:avLst/>
                <a:gdLst>
                  <a:gd name="connsiteX0" fmla="*/ 2245060 w 2479227"/>
                  <a:gd name="connsiteY0" fmla="*/ 0 h 468335"/>
                  <a:gd name="connsiteX1" fmla="*/ 2479227 w 2479227"/>
                  <a:gd name="connsiteY1" fmla="*/ 234168 h 468335"/>
                  <a:gd name="connsiteX2" fmla="*/ 2245060 w 2479227"/>
                  <a:gd name="connsiteY2" fmla="*/ 468335 h 468335"/>
                  <a:gd name="connsiteX3" fmla="*/ 2238044 w 2479227"/>
                  <a:gd name="connsiteY3" fmla="*/ 461319 h 468335"/>
                  <a:gd name="connsiteX4" fmla="*/ 2238044 w 2479227"/>
                  <a:gd name="connsiteY4" fmla="*/ 462654 h 468335"/>
                  <a:gd name="connsiteX5" fmla="*/ 0 w 2479227"/>
                  <a:gd name="connsiteY5" fmla="*/ 462654 h 468335"/>
                  <a:gd name="connsiteX6" fmla="*/ 0 w 2479227"/>
                  <a:gd name="connsiteY6" fmla="*/ 5685 h 468335"/>
                  <a:gd name="connsiteX7" fmla="*/ 2238044 w 2479227"/>
                  <a:gd name="connsiteY7" fmla="*/ 5685 h 468335"/>
                  <a:gd name="connsiteX8" fmla="*/ 2238044 w 2479227"/>
                  <a:gd name="connsiteY8" fmla="*/ 7016 h 46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227" h="468335">
                    <a:moveTo>
                      <a:pt x="2245060" y="0"/>
                    </a:moveTo>
                    <a:lnTo>
                      <a:pt x="2479227" y="234168"/>
                    </a:lnTo>
                    <a:lnTo>
                      <a:pt x="2245060" y="468335"/>
                    </a:lnTo>
                    <a:lnTo>
                      <a:pt x="2238044" y="461319"/>
                    </a:lnTo>
                    <a:lnTo>
                      <a:pt x="2238044" y="462654"/>
                    </a:lnTo>
                    <a:lnTo>
                      <a:pt x="0" y="462654"/>
                    </a:lnTo>
                    <a:lnTo>
                      <a:pt x="0" y="5685"/>
                    </a:lnTo>
                    <a:lnTo>
                      <a:pt x="2238044" y="5685"/>
                    </a:lnTo>
                    <a:lnTo>
                      <a:pt x="2238044" y="70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</a:rPr>
                  <a:t>2024</a:t>
                </a:r>
              </a:p>
            </p:txBody>
          </p:sp>
          <p:sp>
            <p:nvSpPr>
              <p:cNvPr id="1030" name="타원 1029"/>
              <p:cNvSpPr/>
              <p:nvPr/>
            </p:nvSpPr>
            <p:spPr>
              <a:xfrm>
                <a:off x="7822494" y="1852428"/>
                <a:ext cx="193763" cy="19376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0" name="그룹 89"/>
            <p:cNvGrpSpPr/>
            <p:nvPr/>
          </p:nvGrpSpPr>
          <p:grpSpPr>
            <a:xfrm>
              <a:off x="7023449" y="2905432"/>
              <a:ext cx="1037171" cy="248442"/>
              <a:chOff x="6979086" y="1819428"/>
              <a:chExt cx="1037171" cy="248442"/>
            </a:xfrm>
          </p:grpSpPr>
          <p:sp>
            <p:nvSpPr>
              <p:cNvPr id="91" name="자유형 90"/>
              <p:cNvSpPr/>
              <p:nvPr/>
            </p:nvSpPr>
            <p:spPr>
              <a:xfrm>
                <a:off x="6979086" y="1819428"/>
                <a:ext cx="770714" cy="248442"/>
              </a:xfrm>
              <a:custGeom>
                <a:avLst/>
                <a:gdLst>
                  <a:gd name="connsiteX0" fmla="*/ 2245060 w 2479227"/>
                  <a:gd name="connsiteY0" fmla="*/ 0 h 468335"/>
                  <a:gd name="connsiteX1" fmla="*/ 2479227 w 2479227"/>
                  <a:gd name="connsiteY1" fmla="*/ 234168 h 468335"/>
                  <a:gd name="connsiteX2" fmla="*/ 2245060 w 2479227"/>
                  <a:gd name="connsiteY2" fmla="*/ 468335 h 468335"/>
                  <a:gd name="connsiteX3" fmla="*/ 2238044 w 2479227"/>
                  <a:gd name="connsiteY3" fmla="*/ 461319 h 468335"/>
                  <a:gd name="connsiteX4" fmla="*/ 2238044 w 2479227"/>
                  <a:gd name="connsiteY4" fmla="*/ 462654 h 468335"/>
                  <a:gd name="connsiteX5" fmla="*/ 0 w 2479227"/>
                  <a:gd name="connsiteY5" fmla="*/ 462654 h 468335"/>
                  <a:gd name="connsiteX6" fmla="*/ 0 w 2479227"/>
                  <a:gd name="connsiteY6" fmla="*/ 5685 h 468335"/>
                  <a:gd name="connsiteX7" fmla="*/ 2238044 w 2479227"/>
                  <a:gd name="connsiteY7" fmla="*/ 5685 h 468335"/>
                  <a:gd name="connsiteX8" fmla="*/ 2238044 w 2479227"/>
                  <a:gd name="connsiteY8" fmla="*/ 7016 h 46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227" h="468335">
                    <a:moveTo>
                      <a:pt x="2245060" y="0"/>
                    </a:moveTo>
                    <a:lnTo>
                      <a:pt x="2479227" y="234168"/>
                    </a:lnTo>
                    <a:lnTo>
                      <a:pt x="2245060" y="468335"/>
                    </a:lnTo>
                    <a:lnTo>
                      <a:pt x="2238044" y="461319"/>
                    </a:lnTo>
                    <a:lnTo>
                      <a:pt x="2238044" y="462654"/>
                    </a:lnTo>
                    <a:lnTo>
                      <a:pt x="0" y="462654"/>
                    </a:lnTo>
                    <a:lnTo>
                      <a:pt x="0" y="5685"/>
                    </a:lnTo>
                    <a:lnTo>
                      <a:pt x="2238044" y="5685"/>
                    </a:lnTo>
                    <a:lnTo>
                      <a:pt x="2238044" y="70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</a:rPr>
                  <a:t>2025</a:t>
                </a:r>
              </a:p>
            </p:txBody>
          </p:sp>
          <p:sp>
            <p:nvSpPr>
              <p:cNvPr id="92" name="타원 91"/>
              <p:cNvSpPr/>
              <p:nvPr/>
            </p:nvSpPr>
            <p:spPr>
              <a:xfrm>
                <a:off x="7822494" y="1852428"/>
                <a:ext cx="193763" cy="19376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/>
            <p:cNvGrpSpPr/>
            <p:nvPr/>
          </p:nvGrpSpPr>
          <p:grpSpPr>
            <a:xfrm>
              <a:off x="7023449" y="4401790"/>
              <a:ext cx="1037171" cy="248442"/>
              <a:chOff x="6979086" y="1819428"/>
              <a:chExt cx="1037171" cy="248442"/>
            </a:xfrm>
          </p:grpSpPr>
          <p:sp>
            <p:nvSpPr>
              <p:cNvPr id="94" name="자유형 93"/>
              <p:cNvSpPr/>
              <p:nvPr/>
            </p:nvSpPr>
            <p:spPr>
              <a:xfrm>
                <a:off x="6979086" y="1819428"/>
                <a:ext cx="770714" cy="248442"/>
              </a:xfrm>
              <a:custGeom>
                <a:avLst/>
                <a:gdLst>
                  <a:gd name="connsiteX0" fmla="*/ 2245060 w 2479227"/>
                  <a:gd name="connsiteY0" fmla="*/ 0 h 468335"/>
                  <a:gd name="connsiteX1" fmla="*/ 2479227 w 2479227"/>
                  <a:gd name="connsiteY1" fmla="*/ 234168 h 468335"/>
                  <a:gd name="connsiteX2" fmla="*/ 2245060 w 2479227"/>
                  <a:gd name="connsiteY2" fmla="*/ 468335 h 468335"/>
                  <a:gd name="connsiteX3" fmla="*/ 2238044 w 2479227"/>
                  <a:gd name="connsiteY3" fmla="*/ 461319 h 468335"/>
                  <a:gd name="connsiteX4" fmla="*/ 2238044 w 2479227"/>
                  <a:gd name="connsiteY4" fmla="*/ 462654 h 468335"/>
                  <a:gd name="connsiteX5" fmla="*/ 0 w 2479227"/>
                  <a:gd name="connsiteY5" fmla="*/ 462654 h 468335"/>
                  <a:gd name="connsiteX6" fmla="*/ 0 w 2479227"/>
                  <a:gd name="connsiteY6" fmla="*/ 5685 h 468335"/>
                  <a:gd name="connsiteX7" fmla="*/ 2238044 w 2479227"/>
                  <a:gd name="connsiteY7" fmla="*/ 5685 h 468335"/>
                  <a:gd name="connsiteX8" fmla="*/ 2238044 w 2479227"/>
                  <a:gd name="connsiteY8" fmla="*/ 7016 h 46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79227" h="468335">
                    <a:moveTo>
                      <a:pt x="2245060" y="0"/>
                    </a:moveTo>
                    <a:lnTo>
                      <a:pt x="2479227" y="234168"/>
                    </a:lnTo>
                    <a:lnTo>
                      <a:pt x="2245060" y="468335"/>
                    </a:lnTo>
                    <a:lnTo>
                      <a:pt x="2238044" y="461319"/>
                    </a:lnTo>
                    <a:lnTo>
                      <a:pt x="2238044" y="462654"/>
                    </a:lnTo>
                    <a:lnTo>
                      <a:pt x="0" y="462654"/>
                    </a:lnTo>
                    <a:lnTo>
                      <a:pt x="0" y="5685"/>
                    </a:lnTo>
                    <a:lnTo>
                      <a:pt x="2238044" y="5685"/>
                    </a:lnTo>
                    <a:lnTo>
                      <a:pt x="2238044" y="7016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</a:rPr>
                  <a:t>2026</a:t>
                </a:r>
              </a:p>
            </p:txBody>
          </p:sp>
          <p:sp>
            <p:nvSpPr>
              <p:cNvPr id="95" name="타원 94"/>
              <p:cNvSpPr/>
              <p:nvPr/>
            </p:nvSpPr>
            <p:spPr>
              <a:xfrm>
                <a:off x="7822494" y="1852428"/>
                <a:ext cx="193763" cy="19376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044" name="직선 연결선 1043"/>
            <p:cNvCxnSpPr>
              <a:stCxn id="1030" idx="4"/>
              <a:endCxn id="95" idx="0"/>
            </p:cNvCxnSpPr>
            <p:nvPr/>
          </p:nvCxnSpPr>
          <p:spPr>
            <a:xfrm>
              <a:off x="7946455" y="1728400"/>
              <a:ext cx="17284" cy="27063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자유형 124"/>
          <p:cNvSpPr/>
          <p:nvPr/>
        </p:nvSpPr>
        <p:spPr>
          <a:xfrm>
            <a:off x="2567742" y="5464639"/>
            <a:ext cx="734870" cy="198612"/>
          </a:xfrm>
          <a:custGeom>
            <a:avLst/>
            <a:gdLst>
              <a:gd name="connsiteX0" fmla="*/ 2245060 w 2479227"/>
              <a:gd name="connsiteY0" fmla="*/ 0 h 468335"/>
              <a:gd name="connsiteX1" fmla="*/ 2479227 w 2479227"/>
              <a:gd name="connsiteY1" fmla="*/ 234168 h 468335"/>
              <a:gd name="connsiteX2" fmla="*/ 2245060 w 2479227"/>
              <a:gd name="connsiteY2" fmla="*/ 468335 h 468335"/>
              <a:gd name="connsiteX3" fmla="*/ 2238044 w 2479227"/>
              <a:gd name="connsiteY3" fmla="*/ 461319 h 468335"/>
              <a:gd name="connsiteX4" fmla="*/ 2238044 w 2479227"/>
              <a:gd name="connsiteY4" fmla="*/ 462654 h 468335"/>
              <a:gd name="connsiteX5" fmla="*/ 0 w 2479227"/>
              <a:gd name="connsiteY5" fmla="*/ 462654 h 468335"/>
              <a:gd name="connsiteX6" fmla="*/ 0 w 2479227"/>
              <a:gd name="connsiteY6" fmla="*/ 5685 h 468335"/>
              <a:gd name="connsiteX7" fmla="*/ 2238044 w 2479227"/>
              <a:gd name="connsiteY7" fmla="*/ 5685 h 468335"/>
              <a:gd name="connsiteX8" fmla="*/ 2238044 w 2479227"/>
              <a:gd name="connsiteY8" fmla="*/ 7016 h 46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227" h="468335">
                <a:moveTo>
                  <a:pt x="2245060" y="0"/>
                </a:moveTo>
                <a:lnTo>
                  <a:pt x="2479227" y="234168"/>
                </a:lnTo>
                <a:lnTo>
                  <a:pt x="2245060" y="468335"/>
                </a:lnTo>
                <a:lnTo>
                  <a:pt x="2238044" y="461319"/>
                </a:lnTo>
                <a:lnTo>
                  <a:pt x="2238044" y="462654"/>
                </a:lnTo>
                <a:lnTo>
                  <a:pt x="0" y="462654"/>
                </a:lnTo>
                <a:lnTo>
                  <a:pt x="0" y="5685"/>
                </a:lnTo>
                <a:lnTo>
                  <a:pt x="2238044" y="5685"/>
                </a:lnTo>
                <a:lnTo>
                  <a:pt x="2238044" y="70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</a:rPr>
              <a:t>2024</a:t>
            </a:r>
          </a:p>
        </p:txBody>
      </p:sp>
      <p:sp>
        <p:nvSpPr>
          <p:cNvPr id="126" name="타원 125"/>
          <p:cNvSpPr/>
          <p:nvPr/>
        </p:nvSpPr>
        <p:spPr>
          <a:xfrm>
            <a:off x="3411151" y="5491020"/>
            <a:ext cx="184752" cy="154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8" name="직사각형 1057"/>
          <p:cNvSpPr/>
          <p:nvPr/>
        </p:nvSpPr>
        <p:spPr>
          <a:xfrm>
            <a:off x="2438933" y="5058666"/>
            <a:ext cx="5238017" cy="14986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자유형 123"/>
          <p:cNvSpPr/>
          <p:nvPr/>
        </p:nvSpPr>
        <p:spPr>
          <a:xfrm>
            <a:off x="2438933" y="4860743"/>
            <a:ext cx="1874417" cy="393384"/>
          </a:xfrm>
          <a:custGeom>
            <a:avLst/>
            <a:gdLst>
              <a:gd name="connsiteX0" fmla="*/ 0 w 4515587"/>
              <a:gd name="connsiteY0" fmla="*/ 0 h 613872"/>
              <a:gd name="connsiteX1" fmla="*/ 4515587 w 4515587"/>
              <a:gd name="connsiteY1" fmla="*/ 0 h 613872"/>
              <a:gd name="connsiteX2" fmla="*/ 4208651 w 4515587"/>
              <a:gd name="connsiteY2" fmla="*/ 306936 h 613872"/>
              <a:gd name="connsiteX3" fmla="*/ 4515587 w 4515587"/>
              <a:gd name="connsiteY3" fmla="*/ 613872 h 613872"/>
              <a:gd name="connsiteX4" fmla="*/ 0 w 4515587"/>
              <a:gd name="connsiteY4" fmla="*/ 613872 h 61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5587" h="613872">
                <a:moveTo>
                  <a:pt x="0" y="0"/>
                </a:moveTo>
                <a:lnTo>
                  <a:pt x="4515587" y="0"/>
                </a:lnTo>
                <a:lnTo>
                  <a:pt x="4208651" y="306936"/>
                </a:lnTo>
                <a:lnTo>
                  <a:pt x="4515587" y="613872"/>
                </a:lnTo>
                <a:lnTo>
                  <a:pt x="0" y="613872"/>
                </a:lnTo>
                <a:close/>
              </a:path>
            </a:pathLst>
          </a:custGeom>
          <a:effectLst>
            <a:innerShdw blurRad="152400" dist="76200" dir="2700000">
              <a:prstClr val="black">
                <a:alpha val="1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ko-KR" dirty="0" smtClean="0"/>
              <a:t>Education</a:t>
            </a:r>
          </a:p>
        </p:txBody>
      </p:sp>
      <p:sp>
        <p:nvSpPr>
          <p:cNvPr id="129" name="자유형 128"/>
          <p:cNvSpPr/>
          <p:nvPr/>
        </p:nvSpPr>
        <p:spPr>
          <a:xfrm>
            <a:off x="2567742" y="6007420"/>
            <a:ext cx="770714" cy="198612"/>
          </a:xfrm>
          <a:custGeom>
            <a:avLst/>
            <a:gdLst>
              <a:gd name="connsiteX0" fmla="*/ 2245060 w 2479227"/>
              <a:gd name="connsiteY0" fmla="*/ 0 h 468335"/>
              <a:gd name="connsiteX1" fmla="*/ 2479227 w 2479227"/>
              <a:gd name="connsiteY1" fmla="*/ 234168 h 468335"/>
              <a:gd name="connsiteX2" fmla="*/ 2245060 w 2479227"/>
              <a:gd name="connsiteY2" fmla="*/ 468335 h 468335"/>
              <a:gd name="connsiteX3" fmla="*/ 2238044 w 2479227"/>
              <a:gd name="connsiteY3" fmla="*/ 461319 h 468335"/>
              <a:gd name="connsiteX4" fmla="*/ 2238044 w 2479227"/>
              <a:gd name="connsiteY4" fmla="*/ 462654 h 468335"/>
              <a:gd name="connsiteX5" fmla="*/ 0 w 2479227"/>
              <a:gd name="connsiteY5" fmla="*/ 462654 h 468335"/>
              <a:gd name="connsiteX6" fmla="*/ 0 w 2479227"/>
              <a:gd name="connsiteY6" fmla="*/ 5685 h 468335"/>
              <a:gd name="connsiteX7" fmla="*/ 2238044 w 2479227"/>
              <a:gd name="connsiteY7" fmla="*/ 5685 h 468335"/>
              <a:gd name="connsiteX8" fmla="*/ 2238044 w 2479227"/>
              <a:gd name="connsiteY8" fmla="*/ 7016 h 46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227" h="468335">
                <a:moveTo>
                  <a:pt x="2245060" y="0"/>
                </a:moveTo>
                <a:lnTo>
                  <a:pt x="2479227" y="234168"/>
                </a:lnTo>
                <a:lnTo>
                  <a:pt x="2245060" y="468335"/>
                </a:lnTo>
                <a:lnTo>
                  <a:pt x="2238044" y="461319"/>
                </a:lnTo>
                <a:lnTo>
                  <a:pt x="2238044" y="462654"/>
                </a:lnTo>
                <a:lnTo>
                  <a:pt x="0" y="462654"/>
                </a:lnTo>
                <a:lnTo>
                  <a:pt x="0" y="5685"/>
                </a:lnTo>
                <a:lnTo>
                  <a:pt x="2238044" y="5685"/>
                </a:lnTo>
                <a:lnTo>
                  <a:pt x="2238044" y="701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</a:rPr>
              <a:t>2025</a:t>
            </a:r>
          </a:p>
        </p:txBody>
      </p:sp>
      <p:sp>
        <p:nvSpPr>
          <p:cNvPr id="130" name="타원 129"/>
          <p:cNvSpPr/>
          <p:nvPr/>
        </p:nvSpPr>
        <p:spPr>
          <a:xfrm>
            <a:off x="3411150" y="6033801"/>
            <a:ext cx="193763" cy="154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0" name="TextBox 1059"/>
          <p:cNvSpPr txBox="1"/>
          <p:nvPr/>
        </p:nvSpPr>
        <p:spPr>
          <a:xfrm>
            <a:off x="3677607" y="5418889"/>
            <a:ext cx="3611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컴퓨터공학 관련 전공 또는 개발 과정 수료</a:t>
            </a:r>
            <a:endParaRPr lang="ko-KR" altLang="en-US" sz="1400" dirty="0"/>
          </a:p>
        </p:txBody>
      </p:sp>
      <p:sp>
        <p:nvSpPr>
          <p:cNvPr id="1062" name="직사각형 1061"/>
          <p:cNvSpPr/>
          <p:nvPr/>
        </p:nvSpPr>
        <p:spPr>
          <a:xfrm>
            <a:off x="3677607" y="5952837"/>
            <a:ext cx="19880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/>
              <a:t>웹 개발 부트캠프 수료</a:t>
            </a:r>
            <a:endParaRPr lang="ko-KR" altLang="en-US" sz="1400" dirty="0"/>
          </a:p>
        </p:txBody>
      </p:sp>
      <p:cxnSp>
        <p:nvCxnSpPr>
          <p:cNvPr id="1064" name="직선 연결선 1063"/>
          <p:cNvCxnSpPr>
            <a:stCxn id="126" idx="4"/>
            <a:endCxn id="130" idx="0"/>
          </p:cNvCxnSpPr>
          <p:nvPr/>
        </p:nvCxnSpPr>
        <p:spPr>
          <a:xfrm>
            <a:off x="3503527" y="5645920"/>
            <a:ext cx="4505" cy="3878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7805759" y="5058666"/>
            <a:ext cx="3373242" cy="14986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자유형 139"/>
          <p:cNvSpPr/>
          <p:nvPr/>
        </p:nvSpPr>
        <p:spPr>
          <a:xfrm>
            <a:off x="7809850" y="4860743"/>
            <a:ext cx="1680031" cy="393384"/>
          </a:xfrm>
          <a:custGeom>
            <a:avLst/>
            <a:gdLst>
              <a:gd name="connsiteX0" fmla="*/ 0 w 4515587"/>
              <a:gd name="connsiteY0" fmla="*/ 0 h 613872"/>
              <a:gd name="connsiteX1" fmla="*/ 4515587 w 4515587"/>
              <a:gd name="connsiteY1" fmla="*/ 0 h 613872"/>
              <a:gd name="connsiteX2" fmla="*/ 4208651 w 4515587"/>
              <a:gd name="connsiteY2" fmla="*/ 306936 h 613872"/>
              <a:gd name="connsiteX3" fmla="*/ 4515587 w 4515587"/>
              <a:gd name="connsiteY3" fmla="*/ 613872 h 613872"/>
              <a:gd name="connsiteX4" fmla="*/ 0 w 4515587"/>
              <a:gd name="connsiteY4" fmla="*/ 613872 h 61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5587" h="613872">
                <a:moveTo>
                  <a:pt x="0" y="0"/>
                </a:moveTo>
                <a:lnTo>
                  <a:pt x="4515587" y="0"/>
                </a:lnTo>
                <a:lnTo>
                  <a:pt x="4208651" y="306936"/>
                </a:lnTo>
                <a:lnTo>
                  <a:pt x="4515587" y="613872"/>
                </a:lnTo>
                <a:lnTo>
                  <a:pt x="0" y="613872"/>
                </a:lnTo>
                <a:close/>
              </a:path>
            </a:pathLst>
          </a:custGeom>
          <a:effectLst>
            <a:innerShdw blurRad="152400" dist="76200" dir="2700000">
              <a:prstClr val="black">
                <a:alpha val="1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ko-KR" dirty="0" smtClean="0"/>
              <a:t>Skills</a:t>
            </a:r>
          </a:p>
        </p:txBody>
      </p:sp>
      <p:sp>
        <p:nvSpPr>
          <p:cNvPr id="1069" name="직사각형 1068"/>
          <p:cNvSpPr/>
          <p:nvPr/>
        </p:nvSpPr>
        <p:spPr>
          <a:xfrm>
            <a:off x="8028959" y="5464639"/>
            <a:ext cx="2999374" cy="181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/>
          <p:cNvSpPr/>
          <p:nvPr/>
        </p:nvSpPr>
        <p:spPr>
          <a:xfrm>
            <a:off x="8028959" y="5826139"/>
            <a:ext cx="2999374" cy="181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/>
          <p:cNvSpPr/>
          <p:nvPr/>
        </p:nvSpPr>
        <p:spPr>
          <a:xfrm>
            <a:off x="8028958" y="6174453"/>
            <a:ext cx="2272576" cy="181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0" name="TextBox 1069"/>
          <p:cNvSpPr txBox="1"/>
          <p:nvPr/>
        </p:nvSpPr>
        <p:spPr>
          <a:xfrm>
            <a:off x="8029558" y="5242623"/>
            <a:ext cx="1309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HTML/CSS – 90%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028958" y="5595472"/>
            <a:ext cx="1392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JAVASCRIPT – 85%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29558" y="5963928"/>
            <a:ext cx="1534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SPRING BOOT – 95%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9186552" y="4338458"/>
            <a:ext cx="2535521" cy="181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47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118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dw-007</dc:creator>
  <cp:lastModifiedBy>dw-007</cp:lastModifiedBy>
  <cp:revision>12</cp:revision>
  <dcterms:created xsi:type="dcterms:W3CDTF">2026-04-28T02:18:11Z</dcterms:created>
  <dcterms:modified xsi:type="dcterms:W3CDTF">2026-04-28T03:50:12Z</dcterms:modified>
</cp:coreProperties>
</file>